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46338" y="2794001"/>
            <a:ext cx="4650778" cy="861497"/>
          </a:xfrm>
        </p:spPr>
        <p:txBody>
          <a:bodyPr vert="horz" lIns="91440" tIns="45720" rIns="91440" bIns="45720" rtlCol="0" anchor="t">
            <a:normAutofit/>
          </a:bodyPr>
          <a:lstStyle/>
          <a:p>
            <a:pPr algn="r"/>
            <a:r>
              <a:rPr lang="en-US" b="0" dirty="0">
                <a:solidFill>
                  <a:schemeClr val="tx1"/>
                </a:solidFill>
              </a:rPr>
              <a:t>Student Name - Aditi </a:t>
            </a:r>
            <a:endParaRPr lang="en-IN" b="0" dirty="0">
              <a:solidFill>
                <a:schemeClr val="tx1"/>
              </a:solidFill>
            </a:endParaRPr>
          </a:p>
          <a:p>
            <a:pPr algn="r"/>
            <a:r>
              <a:rPr lang="en-US" b="0" dirty="0">
                <a:solidFill>
                  <a:schemeClr val="tx1"/>
                </a:solidFill>
              </a:rPr>
              <a:t>   College Name-  </a:t>
            </a:r>
            <a:r>
              <a:rPr lang="en-US" b="0" dirty="0" err="1">
                <a:solidFill>
                  <a:schemeClr val="tx1"/>
                </a:solidFill>
              </a:rPr>
              <a:t>Shoolini</a:t>
            </a:r>
            <a:r>
              <a:rPr lang="en-US" b="0" dirty="0">
                <a:solidFill>
                  <a:schemeClr val="tx1"/>
                </a:solidFill>
              </a:rPr>
              <a:t>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7572" y="1745865"/>
            <a:ext cx="6822112"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342416" y="4031037"/>
            <a:ext cx="3839183" cy="646331"/>
          </a:xfrm>
          <a:prstGeom prst="rect">
            <a:avLst/>
          </a:prstGeom>
          <a:noFill/>
        </p:spPr>
        <p:txBody>
          <a:bodyPr wrap="square" rtlCol="0">
            <a:spAutoFit/>
          </a:bodyPr>
          <a:lstStyle/>
          <a:p>
            <a:r>
              <a:rPr lang="en-US" b="1" dirty="0"/>
              <a:t>AICTE STU ID : (STU6a677e9dc6a441785167517)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3600" dirty="0"/>
              <a:t>Project Description</a:t>
            </a:r>
            <a:br>
              <a:rPr lang="en-GB" sz="3600" dirty="0"/>
            </a:br>
            <a:br>
              <a:rPr lang="en-GB" sz="3600" dirty="0"/>
            </a:br>
            <a:r>
              <a:rPr lang="en-US" sz="1600" dirty="0"/>
              <a:t>This project analyzes agricultural data to study crop performance across different seasons. The analysis focuses on factors such as crop yield, production, rainfall, temperature, fertilizer and pesticide usage, and market price. Data cleaning, statistical analysis and visualization techniques are used to identify seasonal patterns, compare crop performance and generate useful insights for improving agricultural decision-making.</a:t>
            </a:r>
            <a:br>
              <a:rPr lang="en-GB" sz="1600" dirty="0"/>
            </a:br>
            <a:br>
              <a:rPr lang="en-GB" sz="1000" dirty="0"/>
            </a:br>
            <a:r>
              <a:rPr lang="en-GB" sz="1000" dirty="0"/>
              <a:t> </a:t>
            </a:r>
            <a:br>
              <a:rPr lang="en-GB" sz="1000" dirty="0"/>
            </a:br>
            <a:endParaRPr lang="en-IN" sz="1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lnSpc>
                <a:spcPct val="150000"/>
              </a:lnSpc>
            </a:pPr>
            <a:r>
              <a:rPr lang="en-US" sz="3600" dirty="0"/>
              <a:t>• Farmers – to understand crop performance and improve farming decisions.</a:t>
            </a:r>
          </a:p>
          <a:p>
            <a:pPr algn="just">
              <a:lnSpc>
                <a:spcPct val="150000"/>
              </a:lnSpc>
            </a:pPr>
            <a:r>
              <a:rPr lang="en-US" sz="3600" dirty="0"/>
              <a:t>• Agricultural Researchers – to study seasonal trends and crop productivity.</a:t>
            </a:r>
          </a:p>
          <a:p>
            <a:pPr algn="just">
              <a:lnSpc>
                <a:spcPct val="150000"/>
              </a:lnSpc>
            </a:pPr>
            <a:r>
              <a:rPr lang="en-US" sz="3600" dirty="0"/>
              <a:t>• Government &amp; Agricultural Departments – to support data-driven agricultural planning.</a:t>
            </a:r>
          </a:p>
          <a:p>
            <a:pPr algn="just">
              <a:lnSpc>
                <a:spcPct val="150000"/>
              </a:lnSpc>
            </a:pPr>
            <a:r>
              <a:rPr lang="en-US" sz="3600" dirty="0"/>
              <a:t>• Agribusinesses – to understand production and market trends.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 Python</a:t>
            </a:r>
          </a:p>
          <a:p>
            <a:pPr lvl="1">
              <a:lnSpc>
                <a:spcPct val="150000"/>
              </a:lnSpc>
            </a:pPr>
            <a:r>
              <a:rPr lang="en-IN" dirty="0"/>
              <a:t> Pandas</a:t>
            </a:r>
          </a:p>
          <a:p>
            <a:pPr lvl="1">
              <a:lnSpc>
                <a:spcPct val="150000"/>
              </a:lnSpc>
            </a:pPr>
            <a:r>
              <a:rPr lang="en-IN" dirty="0"/>
              <a:t> NumPy</a:t>
            </a:r>
          </a:p>
          <a:p>
            <a:pPr lvl="1">
              <a:lnSpc>
                <a:spcPct val="150000"/>
              </a:lnSpc>
            </a:pPr>
            <a:r>
              <a:rPr lang="en-IN" dirty="0"/>
              <a:t> Matplotlib</a:t>
            </a:r>
          </a:p>
          <a:p>
            <a:pPr lvl="1">
              <a:lnSpc>
                <a:spcPct val="150000"/>
              </a:lnSpc>
            </a:pPr>
            <a:r>
              <a:rPr lang="en-IN" dirty="0"/>
              <a:t> Google </a:t>
            </a:r>
            <a:r>
              <a:rPr lang="en-IN" dirty="0" err="1"/>
              <a:t>Colab</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D7C5C3B4-6DDA-24A6-68EB-0031B216FA5B}"/>
              </a:ext>
            </a:extLst>
          </p:cNvPr>
          <p:cNvPicPr>
            <a:picLocks noChangeAspect="1"/>
          </p:cNvPicPr>
          <p:nvPr/>
        </p:nvPicPr>
        <p:blipFill>
          <a:blip r:embed="rId3"/>
          <a:stretch>
            <a:fillRect/>
          </a:stretch>
        </p:blipFill>
        <p:spPr>
          <a:xfrm>
            <a:off x="805511" y="1344762"/>
            <a:ext cx="4709568" cy="386367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726FB18C-3355-3E87-8CB7-FB5FE9C694B7}"/>
              </a:ext>
            </a:extLst>
          </p:cNvPr>
          <p:cNvPicPr>
            <a:picLocks noChangeAspect="1"/>
          </p:cNvPicPr>
          <p:nvPr/>
        </p:nvPicPr>
        <p:blipFill>
          <a:blip r:embed="rId3"/>
          <a:stretch>
            <a:fillRect/>
          </a:stretch>
        </p:blipFill>
        <p:spPr>
          <a:xfrm>
            <a:off x="513742" y="1431693"/>
            <a:ext cx="4861981" cy="382557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B596143D-F395-498C-9913-D73D0DD0A32A}"/>
              </a:ext>
            </a:extLst>
          </p:cNvPr>
          <p:cNvPicPr>
            <a:picLocks noChangeAspect="1"/>
          </p:cNvPicPr>
          <p:nvPr/>
        </p:nvPicPr>
        <p:blipFill>
          <a:blip r:embed="rId3"/>
          <a:stretch>
            <a:fillRect/>
          </a:stretch>
        </p:blipFill>
        <p:spPr>
          <a:xfrm>
            <a:off x="479449" y="1431693"/>
            <a:ext cx="4930567" cy="388653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97515A38-9AF4-3E1B-1400-188435127B8E}"/>
              </a:ext>
            </a:extLst>
          </p:cNvPr>
          <p:cNvPicPr>
            <a:picLocks noChangeAspect="1"/>
          </p:cNvPicPr>
          <p:nvPr/>
        </p:nvPicPr>
        <p:blipFill>
          <a:blip r:embed="rId3"/>
          <a:stretch>
            <a:fillRect/>
          </a:stretch>
        </p:blipFill>
        <p:spPr>
          <a:xfrm>
            <a:off x="675957" y="1431693"/>
            <a:ext cx="5037257" cy="382557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0AE4F853-7429-454D-A693-20E7DD260569}"/>
              </a:ext>
            </a:extLst>
          </p:cNvPr>
          <p:cNvPicPr>
            <a:picLocks noChangeAspect="1"/>
          </p:cNvPicPr>
          <p:nvPr/>
        </p:nvPicPr>
        <p:blipFill>
          <a:blip r:embed="rId3"/>
          <a:stretch>
            <a:fillRect/>
          </a:stretch>
        </p:blipFill>
        <p:spPr>
          <a:xfrm>
            <a:off x="675957" y="1368425"/>
            <a:ext cx="4740051" cy="384843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6224197" cy="1058755"/>
          </a:xfrm>
          <a:prstGeom prst="rect">
            <a:avLst/>
          </a:prstGeom>
        </p:spPr>
        <p:txBody>
          <a:bodyPr vert="horz" lIns="91440" tIns="45720" rIns="91440" bIns="45720" rtlCol="0">
            <a:normAutofit fontScale="25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5400" dirty="0"/>
              <a:t>* Develop predictive models to forecast crop yield and agricultural performance.</a:t>
            </a:r>
          </a:p>
          <a:p>
            <a:r>
              <a:rPr lang="en-US" sz="5400" dirty="0"/>
              <a:t>* Analyze weather and environmental data for better seasonal planning.</a:t>
            </a:r>
          </a:p>
          <a:p>
            <a:r>
              <a:rPr lang="en-US" sz="5400" dirty="0"/>
              <a:t>* Extend the analysis to more crops, regions and years.</a:t>
            </a:r>
          </a:p>
          <a:p>
            <a:r>
              <a:rPr lang="en-US" sz="5400" dirty="0"/>
              <a:t>* Develop a real-time agricultural dashboard for farmers and decision-makers.</a:t>
            </a:r>
          </a:p>
          <a:p>
            <a:r>
              <a:rPr lang="en-US" sz="5400" dirty="0"/>
              <a:t>* Use machine learning to provide data-driven crop and resource recommendations.</a:t>
            </a:r>
            <a:endParaRPr lang="en-GB" sz="54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6D2B7B0-9FE7-07CA-407E-89CA442CF6F7}"/>
              </a:ext>
            </a:extLst>
          </p:cNvPr>
          <p:cNvSpPr txBox="1"/>
          <p:nvPr/>
        </p:nvSpPr>
        <p:spPr>
          <a:xfrm>
            <a:off x="617621" y="1201586"/>
            <a:ext cx="8217699" cy="369332"/>
          </a:xfrm>
          <a:prstGeom prst="rect">
            <a:avLst/>
          </a:prstGeom>
          <a:noFill/>
        </p:spPr>
        <p:txBody>
          <a:bodyPr wrap="none" rtlCol="0">
            <a:spAutoFit/>
          </a:bodyPr>
          <a:lstStyle/>
          <a:p>
            <a:r>
              <a:rPr lang="en-IN" dirty="0"/>
              <a:t>https://github.com/aditipirta777/Seasonal-Agriculture-Performance-Analysis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884CFE0-1B2D-1D5F-36B2-4499715A2870}"/>
              </a:ext>
            </a:extLst>
          </p:cNvPr>
          <p:cNvPicPr>
            <a:picLocks noChangeAspect="1"/>
          </p:cNvPicPr>
          <p:nvPr/>
        </p:nvPicPr>
        <p:blipFill>
          <a:blip r:embed="rId3"/>
          <a:stretch>
            <a:fillRect/>
          </a:stretch>
        </p:blipFill>
        <p:spPr>
          <a:xfrm>
            <a:off x="1483894" y="1339515"/>
            <a:ext cx="7483643" cy="532544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1491</TotalTime>
  <Words>345</Words>
  <Application>Microsoft Office PowerPoint</Application>
  <PresentationFormat>Widescreen</PresentationFormat>
  <Paragraphs>36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analyzes agricultural data to study crop performance across different seasons. The analysis focuses on factors such as crop yield, production, rainfall, temperature, fertilizer and pesticide usage, and market price. Data cleaning, statistical analysis and visualization techniques are used to identify seasonal patterns, compare crop performance and generate useful insights for improving agricultural decision-making.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919816293179</cp:lastModifiedBy>
  <cp:revision>99</cp:revision>
  <dcterms:created xsi:type="dcterms:W3CDTF">2021-07-11T13:13:15Z</dcterms:created>
  <dcterms:modified xsi:type="dcterms:W3CDTF">2026-09-07T15:02:51Z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